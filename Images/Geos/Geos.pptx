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5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2477-0A49-432A-4E1F-B956A3486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4A6-4081-B861-9764-3767AC327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6FAD-7186-9930-EC8C-A073EECA6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B931D-295F-DD07-E72B-A02440E7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E13CC-53B4-18A0-49DA-9A52374E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0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D581-A2F5-85BF-31BE-B1C0B8E6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2B06-D4CB-DD73-7EBB-EA7F67EC4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36A05-FBA0-0AB4-4B3D-84236EAD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6FB3-FAAC-D1D8-9C1B-0DEEDC44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F7F02-FAB5-4043-D804-A82B6BBD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3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CE58-E597-7986-D73B-815FFE6CB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747FE-775F-E40F-2CA0-9113D5178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D6705-8102-D904-5655-E58A4179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AC3EE-947B-A901-543D-8FAC5C7F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28416-DF55-0306-64E6-1FA7D383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2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1762-E0EC-393E-D941-571D1018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F8CF-EDF0-EC79-15EB-C30F6C9E1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C2DEB-DFB1-3AFA-B98B-5ACAB5986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7FFF6-BB00-D0AE-95EF-900FD71D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D6029-5DD5-E40C-039C-EF133967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E1D57-F138-4BD8-8924-10476052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3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EFD0-8A69-E60F-3DE0-64B2AD6A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5450D-9B4A-39C9-BCF5-7138B4713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DC12F-2660-16E4-B26F-282645733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28DCC-5EC1-9EA4-AAF7-B5387747D2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0EA31-6076-F73B-3853-A521BD091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58461-4FB7-C909-3D2A-C0D55EE1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2EA62-66D7-6D9B-590C-62EEC571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25904-74BB-ED8D-75E1-E89C6AE2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6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D7-2A99-2902-2163-2F8406C3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4BECD-0797-64BB-A825-1C31722E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088F2-3782-6D68-652C-88FAEF85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BB640-9CBD-5565-5ACC-3DD5D3FA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1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FD6D6-8B1A-2A1E-DA73-055FDAF5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AF2E5-6BFE-B38F-1276-7972EB75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4DFCC-6F44-333D-0A79-6A72A23F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18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DEC1-8B52-7796-1611-9D9B090CC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42D2-A0A6-504F-D956-7C1046CC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40111-B072-6158-6BF3-E6A9E524C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2C6C8-66CA-7EBA-1165-4A5701E3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CE57C-E760-21FE-B910-21E4094B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6E08A-220A-03FD-120A-03D11F09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03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27A1-73AE-CC8E-E12A-FBB4B58D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5AEA3-6749-2C4E-4A7B-4179D0609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702B9-EE88-551C-114D-97C3CCB34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B7E32-DB47-E91A-000F-93EC35A5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ACDF1-9B56-6D5B-B904-6793EA96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6C66-A8DE-F61C-3057-58CC8AB3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3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2968-409C-DF29-470E-05F5922E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C363D-F52B-897D-E452-B258E6CB3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744A4-7B60-4ED0-DB25-838B11D9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C752B-F0B8-103C-AA2B-B5A75BF0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EB040-882A-50BC-7C84-E3A2EBA1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7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F746B3-A6B7-4B94-91A4-90270376B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06C2E-181C-D959-CD56-46F9CBCA0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D1B98-B338-4A90-EA91-CF770DE8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12F8D-6AFB-8D03-D1E8-AA38C78C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26CF8-668F-A4A6-407C-FAF4D2C3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5A0ED-4CFE-8B52-C64C-EBAF41DE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61F06-9CEC-D615-9830-6CC4533D5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188C7-CF88-29A7-B034-6743294AE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39605-191E-4209-A234-ACA123B6095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EE29-6B86-EE38-026B-213A70676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DD35A-DD60-552B-7878-118D3E036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05211-0561-403A-8F20-DB62A1978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3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map of hawaii with different states&#10;&#10;AI-generated content may be incorrect.">
            <a:extLst>
              <a:ext uri="{FF2B5EF4-FFF2-40B4-BE49-F238E27FC236}">
                <a16:creationId xmlns:a16="http://schemas.microsoft.com/office/drawing/2014/main" id="{119C1BA6-C533-7314-BDE4-1AACA1412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29" y="3485637"/>
            <a:ext cx="2120170" cy="1462186"/>
          </a:xfrm>
          <a:prstGeom prst="rect">
            <a:avLst/>
          </a:prstGeom>
        </p:spPr>
      </p:pic>
      <p:pic>
        <p:nvPicPr>
          <p:cNvPr id="8" name="Picture 7" descr="A map of the state of alaska&#10;&#10;AI-generated content may be incorrect.">
            <a:extLst>
              <a:ext uri="{FF2B5EF4-FFF2-40B4-BE49-F238E27FC236}">
                <a16:creationId xmlns:a16="http://schemas.microsoft.com/office/drawing/2014/main" id="{245901EC-BED0-A053-E700-2C921C47A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213" y="1678223"/>
            <a:ext cx="2144176" cy="1796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1B3F17-852C-B945-2BFE-0519E83CD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461" y="1167359"/>
            <a:ext cx="5762625" cy="4533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44E48D-4351-5281-D6E8-850E68BC4CEC}"/>
              </a:ext>
            </a:extLst>
          </p:cNvPr>
          <p:cNvSpPr/>
          <p:nvPr/>
        </p:nvSpPr>
        <p:spPr>
          <a:xfrm>
            <a:off x="3718791" y="1688841"/>
            <a:ext cx="5882410" cy="3327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9BF49-770C-0295-23BB-06139473D901}"/>
              </a:ext>
            </a:extLst>
          </p:cNvPr>
          <p:cNvSpPr/>
          <p:nvPr/>
        </p:nvSpPr>
        <p:spPr>
          <a:xfrm>
            <a:off x="1574615" y="1688841"/>
            <a:ext cx="2149133" cy="1734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507982-1DED-608E-C2E0-16673DFE5F2E}"/>
              </a:ext>
            </a:extLst>
          </p:cNvPr>
          <p:cNvSpPr/>
          <p:nvPr/>
        </p:nvSpPr>
        <p:spPr>
          <a:xfrm>
            <a:off x="1574615" y="3423691"/>
            <a:ext cx="2150535" cy="1592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6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ap of the state of hawaii&#10;&#10;AI-generated content may be incorrect.">
            <a:extLst>
              <a:ext uri="{FF2B5EF4-FFF2-40B4-BE49-F238E27FC236}">
                <a16:creationId xmlns:a16="http://schemas.microsoft.com/office/drawing/2014/main" id="{D7CB7876-8E22-393A-F848-748C9A4D9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602" y="3537941"/>
            <a:ext cx="2080440" cy="1409822"/>
          </a:xfrm>
          <a:prstGeom prst="rect">
            <a:avLst/>
          </a:prstGeom>
        </p:spPr>
      </p:pic>
      <p:pic>
        <p:nvPicPr>
          <p:cNvPr id="6" name="Picture 5" descr="A blue and grey outline of the state&#10;&#10;AI-generated content may be incorrect.">
            <a:extLst>
              <a:ext uri="{FF2B5EF4-FFF2-40B4-BE49-F238E27FC236}">
                <a16:creationId xmlns:a16="http://schemas.microsoft.com/office/drawing/2014/main" id="{2BA10CA0-BA56-301A-CD3F-77637154C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868" y="1688841"/>
            <a:ext cx="2083908" cy="17810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7DC783-C45C-2B4A-6931-8EE3190DB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418" y="1218687"/>
            <a:ext cx="5762625" cy="4533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44E48D-4351-5281-D6E8-850E68BC4CEC}"/>
              </a:ext>
            </a:extLst>
          </p:cNvPr>
          <p:cNvSpPr/>
          <p:nvPr/>
        </p:nvSpPr>
        <p:spPr>
          <a:xfrm>
            <a:off x="3718791" y="1688841"/>
            <a:ext cx="5882410" cy="3327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9BF49-770C-0295-23BB-06139473D901}"/>
              </a:ext>
            </a:extLst>
          </p:cNvPr>
          <p:cNvSpPr/>
          <p:nvPr/>
        </p:nvSpPr>
        <p:spPr>
          <a:xfrm>
            <a:off x="1574615" y="1688841"/>
            <a:ext cx="2149133" cy="1734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507982-1DED-608E-C2E0-16673DFE5F2E}"/>
              </a:ext>
            </a:extLst>
          </p:cNvPr>
          <p:cNvSpPr/>
          <p:nvPr/>
        </p:nvSpPr>
        <p:spPr>
          <a:xfrm>
            <a:off x="1574615" y="3423691"/>
            <a:ext cx="2150535" cy="1592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A39A212C-4C5E-B8B2-E01C-6E338D887B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670" y="1688841"/>
            <a:ext cx="84589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46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map of the state of alaska&#10;&#10;AI-generated content may be incorrect.">
            <a:extLst>
              <a:ext uri="{FF2B5EF4-FFF2-40B4-BE49-F238E27FC236}">
                <a16:creationId xmlns:a16="http://schemas.microsoft.com/office/drawing/2014/main" id="{75BE242A-AE2C-767C-58CC-BEBA398E1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948" y="1667822"/>
            <a:ext cx="2080441" cy="1776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2B4DFD-28E3-3E3B-75CA-B5A59823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712" y="1242998"/>
            <a:ext cx="5762625" cy="4533900"/>
          </a:xfrm>
          <a:prstGeom prst="rect">
            <a:avLst/>
          </a:prstGeom>
        </p:spPr>
      </p:pic>
      <p:pic>
        <p:nvPicPr>
          <p:cNvPr id="4" name="Picture 3" descr="A group of colored squares with names&#10;&#10;AI-generated content may be incorrect.">
            <a:extLst>
              <a:ext uri="{FF2B5EF4-FFF2-40B4-BE49-F238E27FC236}">
                <a16:creationId xmlns:a16="http://schemas.microsoft.com/office/drawing/2014/main" id="{F4BF0E6A-FD17-80E1-5466-F518E2B8B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828" y="2931009"/>
            <a:ext cx="1295512" cy="22176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44E48D-4351-5281-D6E8-850E68BC4CEC}"/>
              </a:ext>
            </a:extLst>
          </p:cNvPr>
          <p:cNvSpPr/>
          <p:nvPr/>
        </p:nvSpPr>
        <p:spPr>
          <a:xfrm>
            <a:off x="3718791" y="1688841"/>
            <a:ext cx="5882410" cy="3327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9BF49-770C-0295-23BB-06139473D901}"/>
              </a:ext>
            </a:extLst>
          </p:cNvPr>
          <p:cNvSpPr/>
          <p:nvPr/>
        </p:nvSpPr>
        <p:spPr>
          <a:xfrm>
            <a:off x="1574615" y="1688841"/>
            <a:ext cx="2149133" cy="1734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507982-1DED-608E-C2E0-16673DFE5F2E}"/>
              </a:ext>
            </a:extLst>
          </p:cNvPr>
          <p:cNvSpPr/>
          <p:nvPr/>
        </p:nvSpPr>
        <p:spPr>
          <a:xfrm>
            <a:off x="1574615" y="3423691"/>
            <a:ext cx="2150535" cy="1592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A39A212C-4C5E-B8B2-E01C-6E338D887B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670" y="1688841"/>
            <a:ext cx="845893" cy="1242168"/>
          </a:xfrm>
          <a:prstGeom prst="rect">
            <a:avLst/>
          </a:prstGeom>
        </p:spPr>
      </p:pic>
      <p:pic>
        <p:nvPicPr>
          <p:cNvPr id="16" name="Picture 15" descr="A map of the state of hawaii&#10;&#10;AI-generated content may be incorrect.">
            <a:extLst>
              <a:ext uri="{FF2B5EF4-FFF2-40B4-BE49-F238E27FC236}">
                <a16:creationId xmlns:a16="http://schemas.microsoft.com/office/drawing/2014/main" id="{810A1B80-288A-500D-253F-3ACE118385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64" y="3594321"/>
            <a:ext cx="1894598" cy="12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2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60ABC4-2B0C-2D95-8D45-91EC6A829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992" y="2042138"/>
            <a:ext cx="3369614" cy="26511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9FAC5D-4504-E2E8-E254-C60679EF2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35" y="1113388"/>
            <a:ext cx="5762625" cy="4533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44E48D-4351-5281-D6E8-850E68BC4CEC}"/>
              </a:ext>
            </a:extLst>
          </p:cNvPr>
          <p:cNvSpPr/>
          <p:nvPr/>
        </p:nvSpPr>
        <p:spPr>
          <a:xfrm>
            <a:off x="2449826" y="1688841"/>
            <a:ext cx="5882410" cy="3327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3F5CB-1EB2-2ACA-A293-E78ACF149B49}"/>
              </a:ext>
            </a:extLst>
          </p:cNvPr>
          <p:cNvSpPr/>
          <p:nvPr/>
        </p:nvSpPr>
        <p:spPr>
          <a:xfrm>
            <a:off x="8332236" y="1688841"/>
            <a:ext cx="3228393" cy="3327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F70CE-37DF-B9EF-DBAB-152D02064D64}"/>
              </a:ext>
            </a:extLst>
          </p:cNvPr>
          <p:cNvSpPr txBox="1"/>
          <p:nvPr/>
        </p:nvSpPr>
        <p:spPr>
          <a:xfrm>
            <a:off x="8320269" y="4784722"/>
            <a:ext cx="13676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New York State (36)</a:t>
            </a:r>
          </a:p>
        </p:txBody>
      </p:sp>
    </p:spTree>
    <p:extLst>
      <p:ext uri="{BB962C8B-B14F-4D97-AF65-F5344CB8AC3E}">
        <p14:creationId xmlns:p14="http://schemas.microsoft.com/office/powerpoint/2010/main" val="366650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99C6B3C-BE2E-163C-35C6-529510EE0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501" y="1203650"/>
            <a:ext cx="5531864" cy="4352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46AF3B-EB27-43F6-3367-C0B01C032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60" y="1162050"/>
            <a:ext cx="5762625" cy="4533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C5677B-5307-2793-83ED-0F6362D23FBD}"/>
              </a:ext>
            </a:extLst>
          </p:cNvPr>
          <p:cNvSpPr/>
          <p:nvPr/>
        </p:nvSpPr>
        <p:spPr>
          <a:xfrm>
            <a:off x="858415" y="1162050"/>
            <a:ext cx="5421086" cy="441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4798F-FA74-74A0-B499-BF4A576EAE90}"/>
              </a:ext>
            </a:extLst>
          </p:cNvPr>
          <p:cNvSpPr/>
          <p:nvPr/>
        </p:nvSpPr>
        <p:spPr>
          <a:xfrm>
            <a:off x="6279501" y="1162050"/>
            <a:ext cx="5421086" cy="441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269D87-CE44-6C7E-B97E-6E693EB55AF6}"/>
              </a:ext>
            </a:extLst>
          </p:cNvPr>
          <p:cNvSpPr txBox="1"/>
          <p:nvPr/>
        </p:nvSpPr>
        <p:spPr>
          <a:xfrm>
            <a:off x="6279501" y="5306239"/>
            <a:ext cx="19607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New York County, NY (36061)</a:t>
            </a:r>
          </a:p>
        </p:txBody>
      </p:sp>
    </p:spTree>
    <p:extLst>
      <p:ext uri="{BB962C8B-B14F-4D97-AF65-F5344CB8AC3E}">
        <p14:creationId xmlns:p14="http://schemas.microsoft.com/office/powerpoint/2010/main" val="129302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A224612C-DEDF-51F2-C455-A3E99B8ED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211"/>
            <a:ext cx="12192000" cy="604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00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2FD6CB8-EFA2-A814-1A12-4F0EACB77A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27" r="26727"/>
          <a:stretch/>
        </p:blipFill>
        <p:spPr>
          <a:xfrm>
            <a:off x="1175655" y="1096733"/>
            <a:ext cx="2659225" cy="453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E27FBD-9374-14E7-C378-A4484D433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97"/>
          <a:stretch/>
        </p:blipFill>
        <p:spPr>
          <a:xfrm>
            <a:off x="4169037" y="1162050"/>
            <a:ext cx="4660529" cy="44176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C5677B-5307-2793-83ED-0F6362D23FBD}"/>
              </a:ext>
            </a:extLst>
          </p:cNvPr>
          <p:cNvSpPr/>
          <p:nvPr/>
        </p:nvSpPr>
        <p:spPr>
          <a:xfrm>
            <a:off x="858415" y="1162050"/>
            <a:ext cx="3293707" cy="441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4798F-FA74-74A0-B499-BF4A576EAE90}"/>
              </a:ext>
            </a:extLst>
          </p:cNvPr>
          <p:cNvSpPr/>
          <p:nvPr/>
        </p:nvSpPr>
        <p:spPr>
          <a:xfrm>
            <a:off x="4152122" y="1162050"/>
            <a:ext cx="3689408" cy="441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514F1-264C-2746-1F55-896CCA31B1F3}"/>
              </a:ext>
            </a:extLst>
          </p:cNvPr>
          <p:cNvSpPr txBox="1"/>
          <p:nvPr/>
        </p:nvSpPr>
        <p:spPr>
          <a:xfrm>
            <a:off x="4135207" y="5318096"/>
            <a:ext cx="1350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Tract 36061006500</a:t>
            </a:r>
          </a:p>
        </p:txBody>
      </p:sp>
    </p:spTree>
    <p:extLst>
      <p:ext uri="{BB962C8B-B14F-4D97-AF65-F5344CB8AC3E}">
        <p14:creationId xmlns:p14="http://schemas.microsoft.com/office/powerpoint/2010/main" val="1922241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803306-7E58-41D3-32E9-17D51B42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012" y="994094"/>
            <a:ext cx="5762625" cy="4533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F85774-DCF9-AEE3-87AD-24DE93A45171}"/>
              </a:ext>
            </a:extLst>
          </p:cNvPr>
          <p:cNvSpPr/>
          <p:nvPr/>
        </p:nvSpPr>
        <p:spPr>
          <a:xfrm>
            <a:off x="830422" y="1162050"/>
            <a:ext cx="3937519" cy="441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28A4D-8890-4ACD-1AED-2C3C852BC6FA}"/>
              </a:ext>
            </a:extLst>
          </p:cNvPr>
          <p:cNvSpPr txBox="1"/>
          <p:nvPr/>
        </p:nvSpPr>
        <p:spPr>
          <a:xfrm>
            <a:off x="813508" y="5318096"/>
            <a:ext cx="2387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Block Group 1 of Tract 36061006500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166EA9-061C-7D86-7C18-78981D099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02" y="994094"/>
            <a:ext cx="5762625" cy="45339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0AFA42-1236-1262-4B14-032DF92CFC57}"/>
              </a:ext>
            </a:extLst>
          </p:cNvPr>
          <p:cNvSpPr/>
          <p:nvPr/>
        </p:nvSpPr>
        <p:spPr>
          <a:xfrm>
            <a:off x="6357256" y="1162050"/>
            <a:ext cx="3937519" cy="441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D8DDD-EF0D-52EF-0510-3ED0B1224675}"/>
              </a:ext>
            </a:extLst>
          </p:cNvPr>
          <p:cNvSpPr txBox="1"/>
          <p:nvPr/>
        </p:nvSpPr>
        <p:spPr>
          <a:xfrm>
            <a:off x="6368330" y="5318096"/>
            <a:ext cx="16866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Block 360610065001005</a:t>
            </a:r>
          </a:p>
        </p:txBody>
      </p:sp>
    </p:spTree>
    <p:extLst>
      <p:ext uri="{BB962C8B-B14F-4D97-AF65-F5344CB8AC3E}">
        <p14:creationId xmlns:p14="http://schemas.microsoft.com/office/powerpoint/2010/main" val="1930353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neighborhood&#10;&#10;AI-generated content may be incorrect.">
            <a:extLst>
              <a:ext uri="{FF2B5EF4-FFF2-40B4-BE49-F238E27FC236}">
                <a16:creationId xmlns:a16="http://schemas.microsoft.com/office/drawing/2014/main" id="{56942406-E044-3F98-B7A9-31354FF2D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901" y="1173378"/>
            <a:ext cx="3475021" cy="413801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656ED3-790B-6642-BADA-A5BD14624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786" y="2598886"/>
            <a:ext cx="2286198" cy="17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9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7780</TotalTime>
  <Words>24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NYU School of 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Brenner, Ryan</dc:creator>
  <cp:lastModifiedBy>Brenner, Ryan</cp:lastModifiedBy>
  <cp:revision>6</cp:revision>
  <dcterms:created xsi:type="dcterms:W3CDTF">2025-12-05T17:25:47Z</dcterms:created>
  <dcterms:modified xsi:type="dcterms:W3CDTF">2026-01-06T21:06:37Z</dcterms:modified>
</cp:coreProperties>
</file>